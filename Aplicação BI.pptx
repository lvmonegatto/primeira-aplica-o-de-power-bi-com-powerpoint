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2432E-26FB-506E-D130-3106C518D1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Página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2C9148-C449-1008-4AB6-FFBFF70F29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Suplemento 4">
                <a:extLst>
                  <a:ext uri="{FF2B5EF4-FFF2-40B4-BE49-F238E27FC236}">
                    <a16:creationId xmlns:a16="http://schemas.microsoft.com/office/drawing/2014/main" id="{BE62B0B8-C152-F4C0-4917-666D607B58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1654881"/>
                  </p:ext>
                </p:extLst>
              </p:nvPr>
            </p:nvGraphicFramePr>
            <p:xfrm>
              <a:off x="1005840" y="512064"/>
              <a:ext cx="10396728" cy="586130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Suplemento 4">
                <a:extLst>
                  <a:ext uri="{FF2B5EF4-FFF2-40B4-BE49-F238E27FC236}">
                    <a16:creationId xmlns:a16="http://schemas.microsoft.com/office/drawing/2014/main" id="{BE62B0B8-C152-F4C0-4917-666D607B58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5840" y="512064"/>
                <a:ext cx="10396728" cy="58613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509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B939D-0464-2038-5B6C-68823FC9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Página 2</a:t>
            </a:r>
          </a:p>
          <a:p>
            <a:r>
              <a:rPr lang="pt-BR" sz="2800"/>
              <a:t>Sample 1 finanças</a:t>
            </a:r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2E63788D-BEA8-3023-0AE2-8BADA694ADC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3074945"/>
                  </p:ext>
                </p:extLst>
              </p:nvPr>
            </p:nvGraphicFramePr>
            <p:xfrm>
              <a:off x="621792" y="612648"/>
              <a:ext cx="10963656" cy="560527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2E63788D-BEA8-3023-0AE2-8BADA694ADC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792" y="612648"/>
                <a:ext cx="10963656" cy="560527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572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FF128-43CC-0A18-DDCA-58F027409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/>
              <a:t>Página 3</a:t>
            </a:r>
          </a:p>
          <a:p>
            <a:r>
              <a:rPr lang="pt-BR" sz="2800"/>
              <a:t>Sample 1 finanças</a:t>
            </a:r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3EB0F3CE-919D-336A-9561-B3FAF496549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17627450"/>
                  </p:ext>
                </p:extLst>
              </p:nvPr>
            </p:nvGraphicFramePr>
            <p:xfrm>
              <a:off x="612648" y="621792"/>
              <a:ext cx="10945368" cy="562355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3EB0F3CE-919D-336A-9561-B3FAF49654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2648" y="621792"/>
                <a:ext cx="10945368" cy="562355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4172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webextensions/webextension1.xml><?xml version="1.0" encoding="utf-8"?>
<we:webextension xmlns:we="http://schemas.microsoft.com/office/webextensions/webextension/2010/11" id="{3CFB76C7-B77F-4AE6-8349-90AF762ED243}">
  <we:reference id="wa200003233" version="2.0.0.3" store="pt-BR" storeType="OMEX"/>
  <we:alternateReferences>
    <we:reference id="WA200003233" version="2.0.0.3" store="" storeType="OMEX"/>
  </we:alternateReferences>
  <we:properties>
    <we:property name="reportUrl" value="&quot;/groups/me/reports/8514aec4-2c21-40af-b2c2-c1f149dfa4bd/bb6743c749074ef4b83e?bookmarkGuid=e63fedb4-71d7-48f8-bbdc-c79062a780b3&amp;bookmarkUsage=1&amp;ctid=fdc2ef3d-a3d1-4058-a908-011c1171e616&amp;fromEntryPoint=export&quot;"/>
    <we:property name="reportName" value="&quot;Sample 1 finanças&quot;"/>
    <we:property name="reportState" value="&quot;CONNECTED&quot;"/>
    <we:property name="embedUrl" value="&quot;/reportEmbed?reportId=8514aec4-2c21-40af-b2c2-c1f149dfa4bd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pageName" value="&quot;bb6743c749074ef4b83e&quot;"/>
    <we:property name="pageDisplayName" value="&quot;Página 1&quot;"/>
    <we:property name="datasetId" value="&quot;6e411315-9fed-4dbf-9c76-5b4a4d959b3b&quot;"/>
    <we:property name="backgroundColor" value="&quot;#FFFFFF&quot;"/>
    <we:property name="bookmark" value="&quot;H4sIAAAAAAAAA+1YzVLkNhB+FcqXvQyULEv+4cYCW6GWbFELRQ4pKqWf9oy2PLZX9rBMqHmhvEZeLC3ZHhgYGJZssoTsAUqWWq3ur/trqec60KapCzH/IKYQ7AZHpTZK6MpuhcEoKLvJnKhExqB0mMShkGGYRxRXq7o1VdkEu9dBK+wY2nPTzEThNOHkrxejoLbQgL2ED/ClW8P/RprCtPNgt7UzGAWiKE7E2G3IRdHgRA22qUpRmN+h29N0ootRAFd1UVnhTj1tRQvu5EsUx2+0MtyJ0CihWnMJp6DablbKOGGRSlhGEgY5k2kEKNZ0At74tSJOtT9+vypbYUo8xs2xJGIqDznkOWE0lmnGQzefm6LtReT88Kq2CMD1gF+mo1gAz4UgREQp5RIcuu28dqv76Mm4sgh7EXgfEbTOpetgvypmUz86XJk/rWZWwUfI/VLZekDRiFKUyjjIFgjXia0QTL+CQz1TrZ+eVF/2LeChOtgli9GNlegRIUmW5alKdM7jhJIbK/f0JerGPXdN3BuPLYxF238e/iP2n4oCtk4QI/Ar72ZlH9/wvkcXONOYclz0+XMTyrPOFYGy+xNhW5fD8hNmgosb7qqsBvt27kN3YOyQQ3R0x/rv7vLiYkh03PDpVir3udS58O2T52LhlriWhGVCsYxRmimuwkRu5ADEIDC/JI8oZFpGYUTyJ2TXTwassGoyP4ZLKO77sly/vzR4cC6s6WqG9/uZePT1caksWIHowFUjJ3bLnn78eWbEloYtLVrRqepdCfbK6lFCxlxEecwVVl+mYpVHCY+fVjZeM2o///lHswa2jaxvCqSSXaF8MAW8ttxgDFjg3SZM2Loz0EBzk9Sro/PhzsHK8M5WU7+td9UFY4nGcYXRcV6eCVnAbwmTksdKbHOhw20mKdvOMLTbVGpGFaWgpMLtncHEkfyXCVjoyYw381Bxju6wunk634dwoqF3aN6lIx56LoqZv8FR57FpO2Cuu2mUoyRkx07SVQP35/a4OK1Bb1ppjy/4arBW3Zu3ojHqTbBYdOoeqGxLo153dvc14XU72VPYUVYJNQH9zlProHuJHrUw7QJttDOsUXjake7u1mmNdjTDTTt8vTelKwLuhLz9+kv4OTRdS55R8NGMJ+0DmT4Qx1+iq89utxQ4HiFRRNkMD9wOBlsVfjRwAMUKh2S3+nkGdo4eeYmb2O04f3aWUdtZE5MdZzQqMw3CVYi6cZW0e5UbDR6c9zD/itry7QH11p2YshxMc9T4Gx77zHvA5dVzUMhWlQ/lAMayBOGamphCWyj7PL0j8FD4o+PBp7NqjFfVLaeerIM9oONiqJ5RJqMsjkVCtU7SROVJ7Gn02OXYwlUrq6vVB7HTpgghmVRM4XMtS2mWcJJvfOtFPANKKGWxVpSlecRY9vL6nZjKSLIUOI/xIRvHmjP14vsd8oyXT23gP9zukO/d7mCfo3JJqEgIkIyTVIbJRgokSRiGMeNEZjFIrkTC+UtJri2HdbM5sW6oorUCkkcQKcWkIDnQ9F8m9CmMp1ggHyV0SFPBUy3TlGsex0BzSH+0mI9CxrlUGWQE+3nKZc6USsWPFvO5LaYqZg2WBNBd1q8tupvr2GtG9v/V3vRP/XU/OFSztqmFghNRwpq+2bcBGvSG3tn/ZL7snBeLvwCsh3vXzhcAAA==&quot;"/>
    <we:property name="initialStateBookmark" value="&quot;H4sIAAAAAAAAA+1YX1PbOBD/Koxf+hIYWZb8hzdK6RwDbRlguIcbpqM/60Qdx05lJyXH5Avd17gvdivZThoaCOV61x7XBxhZWq12f7u/lTa3gTb1pBDzt2IMwX5wXGqjhK7sThgMgrKdfPnu3cmbg/OT928P3hzhdDVpTFXWwf5t0Ag7hObK1FNROBU4+dv1IJhYqMHO4C18atfwv5GmMM082G/sFAaBKIozMXQbclHUODEBW1elKMzv0O6pW9HFIICbSVFZ4U69aEQD7uQZiuM3mhfuRWiUUI2ZwQWopp2VMk5YpBKWkYRBzmQaAYrVrYA3fqOIU+2PP6zKRpgSj3FzLImYykMOeU4YjWWa8dDN56ZoOhE5P7qZWATgtgcu01EsgOdCECKilHIJDtZmPnGrh+jJsLKIdxF4HxG01qXb4LAqpmM/Olqbv6imVsE55H6pbDygaEQpSmUcZAuE68xWCKZfwaGeqsZPj6pPhxbwUB3sk8VgZSV6REiSZXmqEp3zOKFkZeWBnqFu3HPXxIPh0MJQNN3n0T9i/4UoYOcMMQK/8npadvENv/ToGmdqUw6LLn9WobxsXREoezgStnE5LD9gJri44a7KarAv5z50r4ztc4gO7lj/3V1eXPeJjhs+fJbKXS61Lnz75LleuCWuJWGZUCxjlGaKqzCRWzkAMQjML8kjCpmWURiR/BHZ9YsBK6wazU9hBsWXvizXv1zqPbgS1rQ1w/v9RDy6wrhUFqxB9MpVIyf2mT3d+OPUiB0NO1o0olXVuRIclNWDhIy5iPKYK4KlScUqjxIeP65sPGfU3vz5R70Btq2srwukkl2jfDAGvLbcYAhY4N0mTNhJa6CBepXU66Or/s7ByvDaVmO/rXPVBWOJxmmF0XFeXgpZwPuEScljJXa50OEuk5TtZhjaXSo1o4pSUFLh9tZg4kj+6wgsdGTGK7mvOMd3WF0/nu99ONHQOzRv0xEPvRLF1N/gqPPUNC0wt+00ylESslMn6aqB+3N7XJw2oDeutMcXfDXYqO7FS1Eb9SJYLFp191S2pVHPO7u7mvC8newo7CirhBqBfu2p9ap9gh43MG4DbbQzrFZ42rFu79bxBO2o+5u2/zoxpSsC7oS8+fpL+Ck03UieQXBuhqPmnkzvieMv0fX3tlsKHI+QKKKs+wduC4OtCj/qOYBihUOyXf04BTtHj7zEKnZ7zp+9ZdT2NsRkzxmNykyNcBViUrtK2r7KjQYPzgnMv6K2fHtAvXVnpix70xw1/obHPvPucXn9HBSyVeVD2YOxLEG4pkam0BbKLk/vCNwX/ui09+myGuJV9ZlTj9bB7tFx3VfPKJNRFscioVonaaLyJPY0euhybOCmkdXN+oPYaVOEkEwqpvC5lqU0SzjJt771Ip4BJZSyWCvK0jxiLPvx+p2YykiyFDiP8SEbx5oz9cP3O+QJL5+Jgf9wu0O+d7uDfY7KJaEiIUAyTlIZJlspkCRhGMaME5nFILkSCec/SnLtOKzr7Ym1oorWCkgeQaQUk4LkQNN/mdAXMBxjgXyQ0CFNBU+1TFOueRwDzSH92WI+CBnnUmWQEeznKZc5UyoVP1vMp7aYqpjWWBJAt1m/sehur2PPGdn/V3vTPfU3/eBQTZt6IhSciRI29M2+DdCgt/TO7uEX+DNm7of1Yluv3ct3xv0FSsL/+fYXAAA=&quot;"/>
    <we:property name="isFiltersActionButtonVisible" value="true"/>
    <we:property name="isVisualContainerHeaderHidden" value="false"/>
    <we:property name="reportEmbeddedTime" value="&quot;2026-10-08T14:37:53.877Z&quot;"/>
    <we:property name="creatorTenantId" value="&quot;fdc2ef3d-a3d1-4058-a908-011c1171e616&quot;"/>
    <we:property name="creatorUserId" value="&quot;1003200470E7995E&quot;"/>
    <we:property name="creatorSessionId" value="&quot;d9fef587-766b-423b-96ec-c138a3cd8e91&quot;"/>
    <we:property name="artifactViewState" value="&quot;liv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4458027-FCE1-4974-9C8D-CDAC7CFB5BB6}">
  <we:reference id="wa200003233" version="2.0.0.3" store="pt-BR" storeType="OMEX"/>
  <we:alternateReferences>
    <we:reference id="WA200003233" version="2.0.0.3" store="" storeType="OMEX"/>
  </we:alternateReferences>
  <we:properties>
    <we:property name="reportUrl" value="&quot;/groups/me/reports/8514aec4-2c21-40af-b2c2-c1f149dfa4bd/b327314afc6c8c6aac82?bookmarkGuid=434de93c-a141-4393-a738-c58ba9dce238&amp;bookmarkUsage=1&amp;ctid=fdc2ef3d-a3d1-4058-a908-011c1171e616&amp;fromEntryPoint=export&quot;"/>
    <we:property name="reportName" value="&quot;Sample 1 finanças&quot;"/>
    <we:property name="reportState" value="&quot;CONNECTED&quot;"/>
    <we:property name="embedUrl" value="&quot;/reportEmbed?reportId=8514aec4-2c21-40af-b2c2-c1f149dfa4bd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pageName" value="&quot;b327314afc6c8c6aac82&quot;"/>
    <we:property name="pageDisplayName" value="&quot;Página 2&quot;"/>
    <we:property name="datasetId" value="&quot;6e411315-9fed-4dbf-9c76-5b4a4d959b3b&quot;"/>
    <we:property name="backgroundColor" value="&quot;#FFFFFF&quot;"/>
    <we:property name="bookmark" value="&quot;H4sIAAAAAAAAA+VY227cNhD9FUPPi4I3UaLf3E2KBEgDo9v6pfDDkByuGciSSlEbbw3/UH+jPxbqEie2114jMJBF8rIrzZCcOWeGh5KuM+u7toLte7jE7Dh7W1tvwDbhiGaLrJ6MDpV2XEnNpTBUOI5CJ2/TRt/UXXZ8nUUIa4xnvuuhGlZKxr/PF1kbsMOwwff4cfKlX6995eM2O46hx0UGVXUK62GCg6pLhhZD19RQ+X9xmtNNQ28WGV61VRNgiLqKEHGIvEnD033Kkv7CU1Jgot/gCk2crJqzglMBzkhTGglgSpaGddOAMfmdQ4alx/DLpo7g6xRmsDElpSgskJwzVRTCSCkHu/NVnIfo7eurNiQCrm/5U2idKqwoiwKA5WjkwG7ctoP3xG6gNmizEWBibMJznZ2s1wHXEOfb13ecy6bqL3fYV00fDP6BbnTVcaQ6pVenGH4g8yYReRqaRPPo+av2sTtaNZUdPb/19cwcGW4vmo/LgIlqOxjOk6Xz9bqaK/OFpD8nKAaCnV2pPfSHRPJASZrWBIvh1+3IyisfPpeHLe6l/90xJ5DJJKwrCZeSS4Ml54zyUu8tM+XUMBAocwPUGqaFIodS5nTpfLwHlz4s8eIWjTDCKEGlKspSGkkYt+IZaN54DBDMxfYdbrB6mPit/6Hrc7pnEPy0yUeQ3wh+FrTbxbI7fLwa5GMY9lU+8/U/vYcji0cWIkxLzVCyk7rJnqKsLDR3oEsCBRGyxPzOPl+mCesmJHmtfirWfv//v24HbfvFpOq7tNnQTntgeQEh3peVSe1Thh++0vOZ6ElsfmRm5378sUHO7ZNkORmVZqVRrBCUpoM6J5xCvleXCfIizWGOi1zInCli5aHo8tEKKux+nqP3MbzTsWswT8duSQiaghOFUgkYFn4SecSrqJuru7CH1VDkipkSdIEShHCa5MX+ZnHOlUKjIznoJOUs5+XzNPylKFo2fR2Tej150iDNlRV5aXVOASVqyg6lpXc+anxLS7ced4r+QTX0Y2hvzp9zOr18z0w66SgnxFntSHpzy7UxXMHe1tellE6pPCdphiKlAVCH1/pMUWaKgjJGKWVSYnopPZTWfzk1f8azz0Ftg8d1/fttg3EnfKEsu8SwHh9smj52LRg8hRrH+O20hMdxXGocqO1QqfE6DP/vfCrHVKgzqPrxrX74XpGNYcZonwAG0pcuSxEAAA==&quot;"/>
    <we:property name="initialStateBookmark" value="&quot;H4sIAAAAAAAAA+VY3W7bNhR+FUPXxiD+iBJz57oZNrRJg3rLzRAMR+Shw0KRPIpy4wV5ob3GXmykpKRN4sRGUaBee2NL5xyS5/vO4UdCN4m27aqCzSlcYXKU/Fprq0A3bkKSaVIPxlfv3r05mb1/8+fp7OQ4mJuVt03dJkc3iQe3RH9u2w6qOEUw/nExTVYOW3RrPMWPgy/82tJW1m+SI+86nCZQVWewjAMMVG0wrNC1TQ2V/RuHMe0QejtN8HpVNQ7iqgsPHuPK6xAe3kN65CcWkgLl7RoXqPxgLRnNGeFglFCFEgCqoCGsHQL65LeGxKn75edN7cHWYZloo1IInmtIM0ZlnnMlhIh2Yys/hpSb4+uVCwTc3BFnJGojc82LPAegGSoRafWbVfTO9BpqhTrpAQbGBjw3yWy5dLgEP74eP3DOm6q72mJfNJ1T+B5N76p9T3VIrw5r2EjmbSDyzDWB5t7ze219O1k0le49P3f1yFwaXy+bj3OHgWodDRfB0tp6WY2V+UTSbwMUBU6PrtAe5YdAcqQkDGucRvdq07Py2rq78tDpo/S/OeYAMpi4NkXKhGBCYcEYJawod5aZMKIocBSZAqIVLblMD6XM4dFY/wgueVri6T0arriSnAiZF4VQIqVM8z3Q/GLRgVOXm7e4xupp4vf+p667dM/B2WGT9yC/EPyoZPeTJQ/4eB3lI4Z9ls/4/FdnYaJxosHDMNUIJZnVTfISZUVeMgNlkUKeclFg9mCfz8OAZeOCrlY/FGsn//7TbqFtt5hUXRs2G+phD8wvwfnHsjKofcjww2d6PhI9iM33zOzYj983yLF9giwHoyxpoSTNOSHhoM5SRiDbqcspsjyMoYbxjIuMylSLQ9HlyQIqbH+co/c5vMOxqzALx26RpqhylkoUkkOc+EXkHq992Vw/hB1nQ55JqgoocxTAuSnTLN/dLMaYgpdo0gzKIOU0Y8V+Gv61KJo3Xe2Der140iDJpOZZocuMAAosCT2Ult561fiSll5Z3Cr6B9XQz6G9vdjndPr6PTPopCEsTY0uTSpLk5VKMQk7W78shDBSZlkaRsi0UADy8FqfSkJVnhNKCSFUCGRin3vp/0zN97j7HNQ2eF7Xv9026HfCJ8qSK3TL/mLTdL5dgcIzqLFffzVMYbGPC40DtY6V6p9d/H9rQzmGQp1D1fXnjuvibSassY5fNSrcM35M7j9eDbNGcxEAAA==&quot;"/>
    <we:property name="isFiltersActionButtonVisible" value="true"/>
    <we:property name="isVisualContainerHeaderHidden" value="false"/>
    <we:property name="reportEmbeddedTime" value="&quot;2026-10-08T14:37:06.175Z&quot;"/>
    <we:property name="creatorTenantId" value="&quot;fdc2ef3d-a3d1-4058-a908-011c1171e616&quot;"/>
    <we:property name="creatorUserId" value="&quot;1003200470E7995E&quot;"/>
    <we:property name="creatorSessionId" value="&quot;7a532dae-df52-4ead-a92f-26d1971ff92b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5B6F766D-BF9D-4237-B511-CF7A767F0B65}">
  <we:reference id="wa200003233" version="2.0.0.3" store="pt-BR" storeType="OMEX"/>
  <we:alternateReferences>
    <we:reference id="WA200003233" version="2.0.0.3" store="" storeType="OMEX"/>
  </we:alternateReferences>
  <we:properties>
    <we:property name="reportUrl" value="&quot;/groups/me/reports/8514aec4-2c21-40af-b2c2-c1f149dfa4bd/da6858cc2878fb7a295c?bookmarkGuid=96d51272-82f1-447c-9f66-8412a620c535&amp;bookmarkUsage=1&amp;ctid=fdc2ef3d-a3d1-4058-a908-011c1171e616&amp;fromEntryPoint=export&quot;"/>
    <we:property name="reportName" value="&quot;Sample 1 finanças&quot;"/>
    <we:property name="reportState" value="&quot;CONNECTED&quot;"/>
    <we:property name="embedUrl" value="&quot;/reportEmbed?reportId=8514aec4-2c21-40af-b2c2-c1f149dfa4bd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pageName" value="&quot;da6858cc2878fb7a295c&quot;"/>
    <we:property name="pageDisplayName" value="&quot;Página 3&quot;"/>
    <we:property name="datasetId" value="&quot;6e411315-9fed-4dbf-9c76-5b4a4d959b3b&quot;"/>
    <we:property name="backgroundColor" value="&quot;#FFFFFF&quot;"/>
    <we:property name="bookmark" value="&quot;H4sIAAAAAAAAA91WUWvbMBD+K8XPYdiWbVl967IOBqOUZevL6MNZOrkqjm1kOU0W8t93ktNl7Uq7Qem6QUis0+nuu/u+U7yNlBn6BjZnsMToOPrQKiNBdfYoiWZROxlzrhWmUiueIavKKhUMaLfrnenaITreRg5sje7CDCM0PhIZv17Oot7igHaFZ3gz7dG3qUxj3CY6dnbEWQRNcw61P6ChGcjQox26FhrzDaczw+S6m0W47pvOgs+6cODQZ16RO60JZfKGESiQzqxwgdJNVgVFmZdSpiUvdcUhFbkkt2FyCOAfdPGhQ/p51zowLaXxtiQGKZJcl0WRVrKijwi+g2nrZg/4cPbzpvf9c7h2Vbf2LauuKbGPtNtRQRlXmZa8SjU1lQFLeRqiadO4fcJqc7ruLbVze8sGZDwrBRZJkRItRcpK5BTaTblO1ApaiSoK7aL+T93ZRid1bbEGt1+e3tmcd824fMC+6EYr8RPqsNW6QBzBaymH8dT4Ks5tR6SFHXrUxgXr+7HdcxD75VV3M7dIpClvmP2ohlUiFkkCIgOQKTCudXWoZk4H6s6SJJtfCnouzAusl9hOoO+ivCTLo8T2BudXYN1dZmlhFdq3m8DaO2NvxZjO7kH9q5zsLm+nhTyuf5qHfdMn+M/f5csgfc4YL5QsUpEpVZY6S1j5pPSrsqA7iJNUcsxKyCiGelmxzLuxddSaxySdJwlWkqGUnDOV4/7K+acG9EnpL6G/r/qXE9OBhUlMMtF5VogiB405XSNKafa0mFIBKOIiy+NcJgmXsXjhm+d3xCSVFDQbqtKFjgvGJEr1WsR0tIAGhz+57csy53mqeSWFiDMW018YvJZqvrTGDUeLrlH/13iECTkgiZZI72r+oRvd0IPEc2gx5O+nEAaDH1EArfL1hmfrfz8amqep3AtoRl9peG2LQpqQ7TsyEhsFUgoAAA==&quot;"/>
    <we:property name="initialStateBookmark" value="&quot;H4sIAAAAAAAAA91WbU/bMBD+KyifqynvTvhWOiZNjBfRjS8Tmi72ORi5SeS4pV3V/76zU9bBEDAJMTapau3z2ffcPc+5XgdC9Z2G1QnMMNgPPjZCcRCt2YuCUdAMxoPT06Pj8fnRt5Px8SGZ286qtumD/XVgwdRoL1Q/B+2OIOPXy1HQGezRLPAEb4Y1+laV0squgn1r5jgKQOszqN0GCbonQ4embxvQ6jsOe/rBdTMKcNnp1oCLOrVg0UVekDvNCV70LiFQwK1a4BS5HawC8iIrOI8LVsiKQVxmnNz6wcGDf9DFHe3DT9rGgmoojLNFIfAyymSR53HFK/qU3rdXTa23gHd7P686VziLS1u1S1ey6poCu5M2G0ooZSKVnFWxLKo4gSRmsT9NKm23AavV4bIzVM71LQ2QsrQoMY/yWArM46RARkfbIdZYLKDhKAJfLqr/UJ11MK5rgzXY7fTwzuKk1fPZA/ZpOzccz1H6pcZ64gheQzGUo8ZlcWZaIs2v0FAq660f5s2Wg9BNr9qbiUEiTTjD6Gc2SVWGZRRBmQLwGBImZbXLZkIb6taQFvVvCb0U5inWM2wG0HdRXpLlUWI7hZMrMPYuszQxAs3ByrP2XplbMcaje1D/Kieby9tuIY/rX/phW/QB/stX+dJLnyUJywXP4zIVoihkGiXFk9Kvilwwkj9AhmkBKZ0hXlcsk3beWCrNY5LOoggrniDnjCUiw+2V80816JPSn0F3X/WvJ6YdC4OYeCSzNC/zDCRmdI0IIZOnxRSXgGWYp1mY8ShiPCxf+eZ5jpi44CX1hqhkLsM8SThy8VbEtDcFjf2f3PZFkbEslqziZRmmSUh/YfBWsvnSKNvvTVst/q/28B2yQxLMkN5qbtDObd8BxzNo0MfvhiMUej+iABrh8vVj434/KeqnId0L0HP/uKG3WeBjLNzjTuMz/bfgfgDm0pEUegoAAA==&quot;"/>
    <we:property name="isFiltersActionButtonVisible" value="true"/>
    <we:property name="isVisualContainerHeaderHidden" value="false"/>
    <we:property name="reportEmbeddedTime" value="&quot;2026-10-08T14:38:46.684Z&quot;"/>
    <we:property name="creatorTenantId" value="&quot;fdc2ef3d-a3d1-4058-a908-011c1171e616&quot;"/>
    <we:property name="creatorUserId" value="&quot;1003200470E7995E&quot;"/>
    <we:property name="creatorSessionId" value="&quot;b979e865-7231-44fc-9ce4-dd372f108b12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</TotalTime>
  <Words>12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Garamond</vt:lpstr>
      <vt:lpstr>Orgânico</vt:lpstr>
      <vt:lpstr>Página 1</vt:lpstr>
      <vt:lpstr>Página 2 Sample 1 finanças</vt:lpstr>
      <vt:lpstr>Página 3 Sample 1 finanças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Ventura Monegatto</dc:creator>
  <cp:lastModifiedBy>Luciano Ventura Monegatto</cp:lastModifiedBy>
  <cp:revision>1</cp:revision>
  <dcterms:created xsi:type="dcterms:W3CDTF">2026-10-08T14:35:20Z</dcterms:created>
  <dcterms:modified xsi:type="dcterms:W3CDTF">2026-10-08T14:43:47Z</dcterms:modified>
</cp:coreProperties>
</file>